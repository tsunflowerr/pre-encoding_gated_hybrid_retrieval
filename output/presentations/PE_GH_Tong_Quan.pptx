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59b1e3164b45a4" /><Relationship Type="http://schemas.openxmlformats.org/officeDocument/2006/relationships/extended-properties" Target="/docProps/app.xml" Id="R5df1d25958c74fa0" /><Relationship Type="http://schemas.openxmlformats.org/officeDocument/2006/relationships/officeDocument" Target="/ppt/presentation.xml" Id="R069f62e22f7c4d07" /></Relationships>
</file>

<file path=ppt/presentation.xml><?xml version="1.0" encoding="utf-8"?>
<p:presentation xmlns:p="http://schemas.openxmlformats.org/presentationml/2006/main">
  <p:sldMasterIdLst>
    <p:sldMasterId xmlns:r="http://schemas.openxmlformats.org/officeDocument/2006/relationships" id="2147483648" r:id="R8fd299655a7a4b40"/>
  </p:sldMasterIdLst>
  <p:notesMasterIdLst>
    <p:notesMasterId xmlns:r="http://schemas.openxmlformats.org/officeDocument/2006/relationships" r:id="R3b080f14e85a4d91"/>
  </p:notesMasterIdLst>
  <p:sldIdLst>
    <p:sldId xmlns:r="http://schemas.openxmlformats.org/officeDocument/2006/relationships" id="256" r:id="R95b4ac58bb4c40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fb7f85278f946c8" /><Relationship Type="http://schemas.openxmlformats.org/officeDocument/2006/relationships/slideMaster" Target="/ppt/slideMasters/slideMaster1.xml" Id="R8fd299655a7a4b40" /><Relationship Type="http://schemas.openxmlformats.org/officeDocument/2006/relationships/notesMaster" Target="/ppt/notesMasters/notesMaster1.xml" Id="R3b080f14e85a4d91" /><Relationship Type="http://schemas.openxmlformats.org/officeDocument/2006/relationships/presProps" Target="/ppt/presProps.xml" Id="R6072e1f0b09c4540" /><Relationship Type="http://schemas.openxmlformats.org/officeDocument/2006/relationships/tableStyles" Target="/ppt/tableStyles.xml" Id="R8417a8a5c3424872" /><Relationship Type="http://schemas.openxmlformats.org/officeDocument/2006/relationships/slide" Target="/ppt/slides/slide1.xml" Id="R95b4ac58bb4c40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89ae23d7e54b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ed86947ac94c39" /><Relationship Type="http://schemas.openxmlformats.org/officeDocument/2006/relationships/notesMaster" Target="/ppt/notesMasters/notesMaster1.xml" Id="R084d222cc75640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đề tài: Tăng tốc tìm kiếm câu hỏi kỹ thuật bằng cách kết hợp từ khóa và ngữ nghĩa.</a:t>
            </a:r>
          </a:p>
          <a:p xmlns:a="http://schemas.openxmlformats.org/drawingml/2006/main">
            <a:r>
              <a:t/>
            </a:r>
          </a:p>
          <a:p xmlns:a="http://schemas.openxmlformats.org/drawingml/2006/main">
            <a:r>
              <a:t>Nhóm thiết kế PE-GH để tìm các câu hỏi kỹ thuật liên quan với chi phí xử lý thấp hơn trên CPU. Hệ thống dự kiến chạy BM25 trước để lấy kết quả từ khóa. Một mô hình ML nhẹ dùng Ridge dự đoán việc tìm thêm theo ý nghĩa có mang lại lợi ích hay không. Nếu lợi ích dự đoán vượt ngưỡng chọn trên tập điều chỉnh, hệ thống mới mã hóa câu hỏi bằng MiniLM, tìm kiếm FAISS và kết hợp kết quả. Nếu lợi ích dự đoán thấp, hệ thống trả kết quả BM25.</a:t>
            </a:r>
          </a:p>
          <a:p xmlns:a="http://schemas.openxmlformats.org/drawingml/2006/main">
            <a:r>
              <a:t/>
            </a:r>
          </a:p>
          <a:p xmlns:a="http://schemas.openxmlformats.org/drawingml/2006/main">
            <a:r>
              <a:t>Phần dự kiến huấn luyện là Ridge, học mức chênh lệch nDCG@10 giữa hybrid và BM25 từ các đặc trưng trước dense. MiniLM dùng mô hình msmarco-MiniLM-L6-cos-v5 có sẵn, giữ nguyên trọng số. Dữ liệu thử nghiệm gồm hai miền programmers và unix của CQADupStack. Mục tiêu giảm thời gian và giữ chất lượng cần được kiểm chứng trên hệ thống tích hợp. Bản nghiệm thu đã có xác nhận dense, FAISS và công cụ đo, chưa xác nhận tốc độ hoặc chất lượng của gate.</a:t>
            </a:r>
          </a:p>
          <a:p xmlns:a="http://schemas.openxmlformats.org/drawingml/2006/main">
            <a:r>
              <a:t/>
            </a:r>
          </a:p>
          <a:p xmlns:a="http://schemas.openxmlformats.org/drawingml/2006/main">
            <a:r>
              <a:t>Nguồn nội dung: PE_GH_KE_HOACH_HOAN_CHINH_3_NGUOI_V2.md; docs/person_b/REVIEW_2026-10-21.md; docs/NOI_DUNG_THUYET_TRINH_PE_GH_10_SLIDE.md.</a:t>
            </a:r>
          </a:p>
          <a:p xmlns:a="http://schemas.openxmlformats.org/drawingml/2006/main">
            <a:r>
              <a:t/>
            </a:r>
          </a:p>
          <a:p xmlns:a="http://schemas.openxmlformats.org/drawingml/2006/main">
            <a:r>
              <a:t>Hình minh họa mang tính ý tưởng, không phải sơ đồ luồng thực thi. Tạo bằng công cụ ImageGen tích hợp.</a:t>
            </a:r>
          </a:p>
          <a:p xmlns:a="http://schemas.openxmlformats.org/drawingml/2006/main">
            <a:r>
              <a:t>Prompt: Use case: stylized-concept. Asset type: an editorial 3D illustration to be placed on the right half of a clean academic presentation slide about selective hybrid search of technical questions. Primary request: show a large dark-teal magnifying glass leaning over a small organized stack of ivory question-document sheets, beside a small simple path selector with two tasteful teal and soft-coral routes, one direct route and one branching deeper route leading toward related document sheets. The idea is choosing when to search deeper. Style: premium soft matte 3D clay render with paper texture, restrained editorial tech illustration, readable silhouette, adult and sophisticated, inviting and simple. Palette: deep petrol navy #123C43, jade teal #168A7A, ivory paper, one soft coral #EA825F accent. Composition: square image, self-contained centered small arrangement, generous 10% margin all edges, three-quarter view, no text. Background: genuinely transparent alpha. Soft studio light and gentle contact shadows only. Constraints: no words, no letters, no numbers, no labels, no logos, no watermark, no UI panels, no screen mockup, no human or robot, no complex circuits, no crowded data visualization. This is a conceptual illustration rather than an accurate system diagram.</a:t>
            </a:r>
          </a:p>
          <a:p xmlns:a="http://schemas.openxmlformats.org/drawingml/2006/main">
            <a:r>
              <a:t>Asset: output/presentations/assets/pegh-search-choice.png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ef70fa8cd04c3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62cc4dec364a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d1d36f104c4e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ca4df20adef4e9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f338aaa91241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5dd6563faa47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8BD7D1-A710-462C-954F-3193E87E9A4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804920-EFA1-45EA-8730-47C6C17F55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F5C8BA5-A39B-4D38-AE90-3716DDFFF55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8D54E6-75EC-44F9-A623-BE7DC42682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EEDD26-3899-4F33-8B18-C4A2E6F640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CCA3A1-1320-430E-8903-0F1CF1F459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C1CE42B-3317-43BA-8956-485C428A8D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CBD4605-46A1-4C54-BCF9-6B813D8259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179EA0-AE47-48EF-8969-1284D4BB99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82BE7CE-168D-4B5D-9B46-F58B16895F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699f282e0f4c6b" /><Relationship Type="http://schemas.openxmlformats.org/officeDocument/2006/relationships/slideLayout" Target="/ppt/slideLayouts/slideLayout1.xml" Id="Rbbcec02e3fb941cd" /><Relationship Type="http://schemas.openxmlformats.org/officeDocument/2006/relationships/slideLayout" Target="/ppt/slideLayouts/slideLayout2.xml" Id="Reb57560e223644c7" /><Relationship Type="http://schemas.openxmlformats.org/officeDocument/2006/relationships/slideLayout" Target="/ppt/slideLayouts/slideLayout3.xml" Id="R8fb179d22c4042a0" /><Relationship Type="http://schemas.openxmlformats.org/officeDocument/2006/relationships/slideLayout" Target="/ppt/slideLayouts/slideLayout4.xml" Id="R7afaadf87e114cdf" /><Relationship Type="http://schemas.openxmlformats.org/officeDocument/2006/relationships/slideLayout" Target="/ppt/slideLayouts/slideLayout5.xml" Id="R6bb8211b5ad6463a" /><Relationship Type="http://schemas.openxmlformats.org/officeDocument/2006/relationships/slideLayout" Target="/ppt/slideLayouts/slideLayout6.xml" Id="R8e7a71b495c84d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cec02e3fb941cd"/>
    <p:sldLayoutId xmlns:r="http://schemas.openxmlformats.org/officeDocument/2006/relationships" id="2147483650" r:id="Reb57560e223644c7"/>
    <p:sldLayoutId xmlns:r="http://schemas.openxmlformats.org/officeDocument/2006/relationships" id="2147483651" r:id="R8fb179d22c4042a0"/>
    <p:sldLayoutId xmlns:r="http://schemas.openxmlformats.org/officeDocument/2006/relationships" id="2147483652" r:id="R7afaadf87e114cdf"/>
    <p:sldLayoutId xmlns:r="http://schemas.openxmlformats.org/officeDocument/2006/relationships" id="2147483653" r:id="R6bb8211b5ad6463a"/>
    <p:sldLayoutId xmlns:r="http://schemas.openxmlformats.org/officeDocument/2006/relationships" id="2147483654" r:id="R8e7a71b495c84d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db17cbdb6a64129" /><Relationship Type="http://schemas.openxmlformats.org/officeDocument/2006/relationships/image" Target="/ppt/media/image.png" Id="Ra9f2d37a11eb41bf" /><Relationship Type="http://schemas.openxmlformats.org/officeDocument/2006/relationships/notesSlide" Target="/ppt/notesSlides/notesSlide1.xml" Id="R4f98fa39eb2e4414" /></Relationships>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16" name="project-name">
            <a:extLst xmlns:a="http://schemas.openxmlformats.org/drawingml/2006/main">
              <a:ext uri="{FF2B5EF4-FFF2-40B4-BE49-F238E27FC236}">
                <a16:creationId xmlns:a16="http://schemas.microsoft.com/office/drawing/2014/main" id="{5F685AE1-6410-41FE-AC53-320729C76B5A}"/>
              </a:ext>
            </a:extLst>
          </p:cNvPr>
          <p:cNvSpPr>
            <a:spLocks xmlns:a="http://schemas.openxmlformats.org/drawingml/2006/main" noGrp="1"/>
          </p:cNvSpPr>
          <p:nvPr/>
        </p:nvSpPr>
        <p:spPr>
          <a:xfrm xmlns:a="http://schemas.openxmlformats.org/drawingml/2006/main">
            <a:off x="609600" y="457200"/>
            <a:ext cx="209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168A7A"/>
                </a:solidFill>
                <a:latin typeface="Arial"/>
                <a:ea typeface="Arial"/>
                <a:cs typeface="Arial"/>
              </a:defRPr>
            </a:defPPr>
            <a:lvl1pPr>
              <a:defRPr sz="2250" b="1">
                <a:solidFill>
                  <a:srgbClr val="168A7A"/>
                </a:solidFill>
                <a:latin typeface="Arial"/>
                <a:ea typeface="Arial"/>
                <a:cs typeface="Arial"/>
              </a:defRPr>
            </a:lvl1pPr>
            <a:lvl2pPr>
              <a:defRPr sz="2250" b="1">
                <a:solidFill>
                  <a:srgbClr val="168A7A"/>
                </a:solidFill>
                <a:latin typeface="Arial"/>
                <a:ea typeface="Arial"/>
                <a:cs typeface="Arial"/>
              </a:defRPr>
            </a:lvl2pPr>
            <a:lvl3pPr>
              <a:defRPr sz="2250" b="1">
                <a:solidFill>
                  <a:srgbClr val="168A7A"/>
                </a:solidFill>
                <a:latin typeface="Arial"/>
                <a:ea typeface="Arial"/>
                <a:cs typeface="Arial"/>
              </a:defRPr>
            </a:lvl3pPr>
            <a:lvl4pPr>
              <a:defRPr sz="2250" b="1">
                <a:solidFill>
                  <a:srgbClr val="168A7A"/>
                </a:solidFill>
                <a:latin typeface="Arial"/>
                <a:ea typeface="Arial"/>
                <a:cs typeface="Arial"/>
              </a:defRPr>
            </a:lvl4pPr>
            <a:lvl5pPr>
              <a:defRPr sz="2250" b="1">
                <a:solidFill>
                  <a:srgbClr val="168A7A"/>
                </a:solidFill>
                <a:latin typeface="Arial"/>
                <a:ea typeface="Arial"/>
                <a:cs typeface="Arial"/>
              </a:defRPr>
            </a:lvl5pPr>
            <a:lvl6pPr>
              <a:defRPr sz="2250" b="1">
                <a:solidFill>
                  <a:srgbClr val="168A7A"/>
                </a:solidFill>
                <a:latin typeface="Arial"/>
                <a:ea typeface="Arial"/>
                <a:cs typeface="Arial"/>
              </a:defRPr>
            </a:lvl6pPr>
            <a:lvl7pPr>
              <a:defRPr sz="2250" b="1">
                <a:solidFill>
                  <a:srgbClr val="168A7A"/>
                </a:solidFill>
                <a:latin typeface="Arial"/>
                <a:ea typeface="Arial"/>
                <a:cs typeface="Arial"/>
              </a:defRPr>
            </a:lvl7pPr>
            <a:lvl8pPr>
              <a:defRPr sz="2250" b="1">
                <a:solidFill>
                  <a:srgbClr val="168A7A"/>
                </a:solidFill>
                <a:latin typeface="Arial"/>
                <a:ea typeface="Arial"/>
                <a:cs typeface="Arial"/>
              </a:defRPr>
            </a:lvl8pPr>
            <a:lvl9pPr>
              <a:defRPr sz="2250" b="1">
                <a:solidFill>
                  <a:srgbClr val="168A7A"/>
                </a:solidFill>
                <a:latin typeface="Arial"/>
                <a:ea typeface="Arial"/>
                <a:cs typeface="Arial"/>
              </a:defRPr>
            </a:lvl9pPr>
          </a:lstStyle>
          <a:p xmlns:a="http://schemas.openxmlformats.org/drawingml/2006/main">
            <a:pPr>
              <a:defRPr sz="2250" b="1">
                <a:solidFill>
                  <a:srgbClr val="168A7A"/>
                </a:solidFill>
                <a:latin typeface="Arial"/>
                <a:ea typeface="Arial"/>
                <a:cs typeface="Arial"/>
              </a:defRPr>
            </a:pPr>
            <a:r>
              <a:rPr sz="2250" b="1">
                <a:solidFill>
                  <a:srgbClr val="168A7A"/>
                </a:solidFill>
                <a:latin typeface="Arial"/>
                <a:ea typeface="Arial"/>
                <a:cs typeface="Arial"/>
              </a:rPr>
              <a:t>PE-GH</a:t>
            </a:r>
          </a:p>
        </p:txBody>
      </p:sp>
      <p:sp>
        <p:nvSpPr>
          <p:cNvPr id="2" name="main-title">
            <a:extLst xmlns:a="http://schemas.openxmlformats.org/drawingml/2006/main">
              <a:ext uri="{FF2B5EF4-FFF2-40B4-BE49-F238E27FC236}">
                <a16:creationId xmlns:a16="http://schemas.microsoft.com/office/drawing/2014/main" id="{020B6EC2-914E-48FD-BB35-ACE4E978A4EC}"/>
              </a:ext>
            </a:extLst>
          </p:cNvPr>
          <p:cNvSpPr>
            <a:spLocks xmlns:a="http://schemas.openxmlformats.org/drawingml/2006/main" noGrp="1"/>
          </p:cNvSpPr>
          <p:nvPr/>
        </p:nvSpPr>
        <p:spPr>
          <a:xfrm xmlns:a="http://schemas.openxmlformats.org/drawingml/2006/main">
            <a:off x="571500" y="1104900"/>
            <a:ext cx="6191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4500" b="1">
                <a:solidFill>
                  <a:srgbClr val="123C43"/>
                </a:solidFill>
                <a:latin typeface="Arial"/>
                <a:ea typeface="Arial"/>
                <a:cs typeface="Arial"/>
              </a:defRPr>
            </a:defPPr>
            <a:lvl1pPr>
              <a:defRPr sz="4500" b="1">
                <a:solidFill>
                  <a:srgbClr val="123C43"/>
                </a:solidFill>
                <a:latin typeface="Arial"/>
                <a:ea typeface="Arial"/>
                <a:cs typeface="Arial"/>
              </a:defRPr>
            </a:lvl1pPr>
            <a:lvl2pPr>
              <a:defRPr sz="4500" b="1">
                <a:solidFill>
                  <a:srgbClr val="123C43"/>
                </a:solidFill>
                <a:latin typeface="Arial"/>
                <a:ea typeface="Arial"/>
                <a:cs typeface="Arial"/>
              </a:defRPr>
            </a:lvl2pPr>
            <a:lvl3pPr>
              <a:defRPr sz="4500" b="1">
                <a:solidFill>
                  <a:srgbClr val="123C43"/>
                </a:solidFill>
                <a:latin typeface="Arial"/>
                <a:ea typeface="Arial"/>
                <a:cs typeface="Arial"/>
              </a:defRPr>
            </a:lvl3pPr>
            <a:lvl4pPr>
              <a:defRPr sz="4500" b="1">
                <a:solidFill>
                  <a:srgbClr val="123C43"/>
                </a:solidFill>
                <a:latin typeface="Arial"/>
                <a:ea typeface="Arial"/>
                <a:cs typeface="Arial"/>
              </a:defRPr>
            </a:lvl4pPr>
            <a:lvl5pPr>
              <a:defRPr sz="4500" b="1">
                <a:solidFill>
                  <a:srgbClr val="123C43"/>
                </a:solidFill>
                <a:latin typeface="Arial"/>
                <a:ea typeface="Arial"/>
                <a:cs typeface="Arial"/>
              </a:defRPr>
            </a:lvl5pPr>
            <a:lvl6pPr>
              <a:defRPr sz="4500" b="1">
                <a:solidFill>
                  <a:srgbClr val="123C43"/>
                </a:solidFill>
                <a:latin typeface="Arial"/>
                <a:ea typeface="Arial"/>
                <a:cs typeface="Arial"/>
              </a:defRPr>
            </a:lvl6pPr>
            <a:lvl7pPr>
              <a:defRPr sz="4500" b="1">
                <a:solidFill>
                  <a:srgbClr val="123C43"/>
                </a:solidFill>
                <a:latin typeface="Arial"/>
                <a:ea typeface="Arial"/>
                <a:cs typeface="Arial"/>
              </a:defRPr>
            </a:lvl7pPr>
            <a:lvl8pPr>
              <a:defRPr sz="4500" b="1">
                <a:solidFill>
                  <a:srgbClr val="123C43"/>
                </a:solidFill>
                <a:latin typeface="Arial"/>
                <a:ea typeface="Arial"/>
                <a:cs typeface="Arial"/>
              </a:defRPr>
            </a:lvl8pPr>
            <a:lvl9pPr>
              <a:defRPr sz="4500" b="1">
                <a:solidFill>
                  <a:srgbClr val="123C43"/>
                </a:solidFill>
                <a:latin typeface="Arial"/>
                <a:ea typeface="Arial"/>
                <a:cs typeface="Arial"/>
              </a:defRPr>
            </a:lvl9pPr>
          </a:lstStyle>
          <a:p xmlns:a="http://schemas.openxmlformats.org/drawingml/2006/main">
            <a:pPr>
              <a:defRPr sz="4500" b="1">
                <a:solidFill>
                  <a:srgbClr val="123C43"/>
                </a:solidFill>
                <a:latin typeface="Arial"/>
                <a:ea typeface="Arial"/>
                <a:cs typeface="Arial"/>
              </a:defRPr>
            </a:pPr>
            <a:r>
              <a:rPr sz="4500" b="1">
                <a:solidFill>
                  <a:srgbClr val="123C43"/>
                </a:solidFill>
                <a:latin typeface="Arial"/>
                <a:ea typeface="Arial"/>
                <a:cs typeface="Arial"/>
              </a:rPr>
              <a:t>Tăng tốc tìm kiếm</a:t>
            </a:r>
          </a:p>
          <a:p xmlns:a="http://schemas.openxmlformats.org/drawingml/2006/main">
            <a:pPr>
              <a:defRPr sz="4500" b="1">
                <a:solidFill>
                  <a:srgbClr val="123C43"/>
                </a:solidFill>
                <a:latin typeface="Arial"/>
                <a:ea typeface="Arial"/>
                <a:cs typeface="Arial"/>
              </a:defRPr>
            </a:pPr>
            <a:r>
              <a:rPr sz="4500" b="1">
                <a:solidFill>
                  <a:srgbClr val="123C43"/>
                </a:solidFill>
                <a:latin typeface="Arial"/>
                <a:ea typeface="Arial"/>
                <a:cs typeface="Arial"/>
              </a:rPr>
              <a:t>câu hỏi kỹ thuật</a:t>
            </a:r>
          </a:p>
        </p:txBody>
      </p:sp>
      <p:sp>
        <p:nvSpPr>
          <p:cNvPr id="3" name="project-subtitle">
            <a:extLst xmlns:a="http://schemas.openxmlformats.org/drawingml/2006/main">
              <a:ext uri="{FF2B5EF4-FFF2-40B4-BE49-F238E27FC236}">
                <a16:creationId xmlns:a16="http://schemas.microsoft.com/office/drawing/2014/main" id="{B447309E-7ECD-4EBB-9741-DEEB0009F861}"/>
              </a:ext>
            </a:extLst>
          </p:cNvPr>
          <p:cNvSpPr>
            <a:spLocks xmlns:a="http://schemas.openxmlformats.org/drawingml/2006/main" noGrp="1"/>
          </p:cNvSpPr>
          <p:nvPr/>
        </p:nvSpPr>
        <p:spPr>
          <a:xfrm xmlns:a="http://schemas.openxmlformats.org/drawingml/2006/main">
            <a:off x="609600" y="289560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168A7A"/>
                </a:solidFill>
                <a:latin typeface="Arial"/>
                <a:ea typeface="Arial"/>
                <a:cs typeface="Arial"/>
              </a:defRPr>
            </a:defPPr>
            <a:lvl1pPr>
              <a:defRPr sz="2175" b="0">
                <a:solidFill>
                  <a:srgbClr val="168A7A"/>
                </a:solidFill>
                <a:latin typeface="Arial"/>
                <a:ea typeface="Arial"/>
                <a:cs typeface="Arial"/>
              </a:defRPr>
            </a:lvl1pPr>
            <a:lvl2pPr>
              <a:defRPr sz="2175" b="0">
                <a:solidFill>
                  <a:srgbClr val="168A7A"/>
                </a:solidFill>
                <a:latin typeface="Arial"/>
                <a:ea typeface="Arial"/>
                <a:cs typeface="Arial"/>
              </a:defRPr>
            </a:lvl2pPr>
            <a:lvl3pPr>
              <a:defRPr sz="2175" b="0">
                <a:solidFill>
                  <a:srgbClr val="168A7A"/>
                </a:solidFill>
                <a:latin typeface="Arial"/>
                <a:ea typeface="Arial"/>
                <a:cs typeface="Arial"/>
              </a:defRPr>
            </a:lvl3pPr>
            <a:lvl4pPr>
              <a:defRPr sz="2175" b="0">
                <a:solidFill>
                  <a:srgbClr val="168A7A"/>
                </a:solidFill>
                <a:latin typeface="Arial"/>
                <a:ea typeface="Arial"/>
                <a:cs typeface="Arial"/>
              </a:defRPr>
            </a:lvl4pPr>
            <a:lvl5pPr>
              <a:defRPr sz="2175" b="0">
                <a:solidFill>
                  <a:srgbClr val="168A7A"/>
                </a:solidFill>
                <a:latin typeface="Arial"/>
                <a:ea typeface="Arial"/>
                <a:cs typeface="Arial"/>
              </a:defRPr>
            </a:lvl5pPr>
            <a:lvl6pPr>
              <a:defRPr sz="2175" b="0">
                <a:solidFill>
                  <a:srgbClr val="168A7A"/>
                </a:solidFill>
                <a:latin typeface="Arial"/>
                <a:ea typeface="Arial"/>
                <a:cs typeface="Arial"/>
              </a:defRPr>
            </a:lvl6pPr>
            <a:lvl7pPr>
              <a:defRPr sz="2175" b="0">
                <a:solidFill>
                  <a:srgbClr val="168A7A"/>
                </a:solidFill>
                <a:latin typeface="Arial"/>
                <a:ea typeface="Arial"/>
                <a:cs typeface="Arial"/>
              </a:defRPr>
            </a:lvl7pPr>
            <a:lvl8pPr>
              <a:defRPr sz="2175" b="0">
                <a:solidFill>
                  <a:srgbClr val="168A7A"/>
                </a:solidFill>
                <a:latin typeface="Arial"/>
                <a:ea typeface="Arial"/>
                <a:cs typeface="Arial"/>
              </a:defRPr>
            </a:lvl8pPr>
            <a:lvl9pPr>
              <a:defRPr sz="2175" b="0">
                <a:solidFill>
                  <a:srgbClr val="168A7A"/>
                </a:solidFill>
                <a:latin typeface="Arial"/>
                <a:ea typeface="Arial"/>
                <a:cs typeface="Arial"/>
              </a:defRPr>
            </a:lvl9pPr>
          </a:lstStyle>
          <a:p xmlns:a="http://schemas.openxmlformats.org/drawingml/2006/main">
            <a:pPr>
              <a:defRPr sz="2175" b="0">
                <a:solidFill>
                  <a:srgbClr val="168A7A"/>
                </a:solidFill>
                <a:latin typeface="Arial"/>
                <a:ea typeface="Arial"/>
                <a:cs typeface="Arial"/>
              </a:defRPr>
            </a:pPr>
            <a:r>
              <a:rPr sz="2175" b="0">
                <a:solidFill>
                  <a:srgbClr val="168A7A"/>
                </a:solidFill>
                <a:latin typeface="Arial"/>
                <a:ea typeface="Arial"/>
                <a:cs typeface="Arial"/>
              </a:rPr>
              <a:t>bằng cách kết hợp từ khóa và ngữ nghĩa</a:t>
            </a:r>
          </a:p>
        </p:txBody>
      </p:sp>
      <p:sp>
        <p:nvSpPr>
          <p:cNvPr id="4" name="central-idea">
            <a:extLst xmlns:a="http://schemas.openxmlformats.org/drawingml/2006/main">
              <a:ext uri="{FF2B5EF4-FFF2-40B4-BE49-F238E27FC236}">
                <a16:creationId xmlns:a16="http://schemas.microsoft.com/office/drawing/2014/main" id="{E11E2FAB-5E8A-4AE5-8FA8-CA01308AEFB2}"/>
              </a:ext>
            </a:extLst>
          </p:cNvPr>
          <p:cNvSpPr>
            <a:spLocks xmlns:a="http://schemas.openxmlformats.org/drawingml/2006/main" noGrp="1"/>
          </p:cNvSpPr>
          <p:nvPr/>
        </p:nvSpPr>
        <p:spPr>
          <a:xfrm xmlns:a="http://schemas.openxmlformats.org/drawingml/2006/main">
            <a:off x="609600" y="3638550"/>
            <a:ext cx="5857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0">
                <a:solidFill>
                  <a:srgbClr val="536D71"/>
                </a:solidFill>
                <a:latin typeface="Arial"/>
                <a:ea typeface="Arial"/>
                <a:cs typeface="Arial"/>
              </a:defRPr>
            </a:defPPr>
            <a:lvl1pPr>
              <a:defRPr sz="2175" b="0">
                <a:solidFill>
                  <a:srgbClr val="536D71"/>
                </a:solidFill>
                <a:latin typeface="Arial"/>
                <a:ea typeface="Arial"/>
                <a:cs typeface="Arial"/>
              </a:defRPr>
            </a:lvl1pPr>
            <a:lvl2pPr>
              <a:defRPr sz="2175" b="0">
                <a:solidFill>
                  <a:srgbClr val="536D71"/>
                </a:solidFill>
                <a:latin typeface="Arial"/>
                <a:ea typeface="Arial"/>
                <a:cs typeface="Arial"/>
              </a:defRPr>
            </a:lvl2pPr>
            <a:lvl3pPr>
              <a:defRPr sz="2175" b="0">
                <a:solidFill>
                  <a:srgbClr val="536D71"/>
                </a:solidFill>
                <a:latin typeface="Arial"/>
                <a:ea typeface="Arial"/>
                <a:cs typeface="Arial"/>
              </a:defRPr>
            </a:lvl3pPr>
            <a:lvl4pPr>
              <a:defRPr sz="2175" b="0">
                <a:solidFill>
                  <a:srgbClr val="536D71"/>
                </a:solidFill>
                <a:latin typeface="Arial"/>
                <a:ea typeface="Arial"/>
                <a:cs typeface="Arial"/>
              </a:defRPr>
            </a:lvl4pPr>
            <a:lvl5pPr>
              <a:defRPr sz="2175" b="0">
                <a:solidFill>
                  <a:srgbClr val="536D71"/>
                </a:solidFill>
                <a:latin typeface="Arial"/>
                <a:ea typeface="Arial"/>
                <a:cs typeface="Arial"/>
              </a:defRPr>
            </a:lvl5pPr>
            <a:lvl6pPr>
              <a:defRPr sz="2175" b="0">
                <a:solidFill>
                  <a:srgbClr val="536D71"/>
                </a:solidFill>
                <a:latin typeface="Arial"/>
                <a:ea typeface="Arial"/>
                <a:cs typeface="Arial"/>
              </a:defRPr>
            </a:lvl6pPr>
            <a:lvl7pPr>
              <a:defRPr sz="2175" b="0">
                <a:solidFill>
                  <a:srgbClr val="536D71"/>
                </a:solidFill>
                <a:latin typeface="Arial"/>
                <a:ea typeface="Arial"/>
                <a:cs typeface="Arial"/>
              </a:defRPr>
            </a:lvl7pPr>
            <a:lvl8pPr>
              <a:defRPr sz="2175" b="0">
                <a:solidFill>
                  <a:srgbClr val="536D71"/>
                </a:solidFill>
                <a:latin typeface="Arial"/>
                <a:ea typeface="Arial"/>
                <a:cs typeface="Arial"/>
              </a:defRPr>
            </a:lvl8pPr>
            <a:lvl9pPr>
              <a:defRPr sz="2175" b="0">
                <a:solidFill>
                  <a:srgbClr val="536D71"/>
                </a:solidFill>
                <a:latin typeface="Arial"/>
                <a:ea typeface="Arial"/>
                <a:cs typeface="Arial"/>
              </a:defRPr>
            </a:lvl9pPr>
          </a:lstStyle>
          <a:p xmlns:a="http://schemas.openxmlformats.org/drawingml/2006/main">
            <a:pPr>
              <a:defRPr sz="2175" b="0">
                <a:solidFill>
                  <a:srgbClr val="536D71"/>
                </a:solidFill>
                <a:latin typeface="Arial"/>
                <a:ea typeface="Arial"/>
                <a:cs typeface="Arial"/>
              </a:defRPr>
            </a:pPr>
            <a:r>
              <a:rPr sz="2175" b="0">
                <a:solidFill>
                  <a:srgbClr val="536D71"/>
                </a:solidFill>
                <a:latin typeface="Arial"/>
                <a:ea typeface="Arial"/>
                <a:cs typeface="Arial"/>
              </a:rPr>
              <a:t>Một mô hình ML nhẹ chọn lúc cần</a:t>
            </a:r>
          </a:p>
          <a:p xmlns:a="http://schemas.openxmlformats.org/drawingml/2006/main">
            <a:pPr>
              <a:defRPr sz="2175" b="0">
                <a:solidFill>
                  <a:srgbClr val="536D71"/>
                </a:solidFill>
                <a:latin typeface="Arial"/>
                <a:ea typeface="Arial"/>
                <a:cs typeface="Arial"/>
              </a:defRPr>
            </a:pPr>
            <a:r>
              <a:rPr sz="2175" b="0">
                <a:solidFill>
                  <a:srgbClr val="536D71"/>
                </a:solidFill>
                <a:latin typeface="Arial"/>
                <a:ea typeface="Arial"/>
                <a:cs typeface="Arial"/>
              </a:rPr>
              <a:t>tìm thêm theo ý nghĩa.</a:t>
            </a:r>
          </a:p>
        </p:txBody>
      </p:sp>
      <p:pic>
        <p:nvPicPr>
          <p:cNvPr id="5" name="">
            <a:extLst xmlns:a="http://schemas.openxmlformats.org/drawingml/2006/main">
              <a:ext uri="{FF2B5EF4-FFF2-40B4-BE49-F238E27FC236}">
                <a16:creationId xmlns:a16="http://schemas.microsoft.com/office/drawing/2014/main" id="{10760174-97CF-4F4F-83CE-B3DA2D010501}"/>
              </a:ext>
            </a:extLst>
          </p:cNvPr>
          <p:cNvPicPr>
            <a:picLocks xmlns:a="http://schemas.openxmlformats.org/drawingml/2006/main" noChangeAspect="1"/>
          </p:cNvPicPr>
          <p:nvPr/>
        </p:nvPicPr>
        <p:blipFill>
          <a:blip xmlns:r="http://schemas.openxmlformats.org/officeDocument/2006/relationships" xmlns:a="http://schemas.openxmlformats.org/drawingml/2006/main" r:embed="Ra9f2d37a11eb41bf"/>
          <a:stretch xmlns:a="http://schemas.openxmlformats.org/drawingml/2006/main"/>
        </p:blipFill>
        <p:spPr>
          <a:xfrm xmlns:a="http://schemas.openxmlformats.org/drawingml/2006/main">
            <a:off x="6667500" y="304800"/>
            <a:ext cx="4667250" cy="4667250"/>
          </a:xfrm>
          <a:prstGeom xmlns:a="http://schemas.openxmlformats.org/drawingml/2006/main" prst="rect">
            <a:avLst/>
          </a:prstGeom>
        </p:spPr>
      </p:pic>
      <p:sp>
        <p:nvSpPr>
          <p:cNvPr id="6" name="step-01">
            <a:extLst xmlns:a="http://schemas.openxmlformats.org/drawingml/2006/main">
              <a:ext uri="{FF2B5EF4-FFF2-40B4-BE49-F238E27FC236}">
                <a16:creationId xmlns:a16="http://schemas.microsoft.com/office/drawing/2014/main" id="{DE67A06A-907D-4DC5-9248-A1E4FC12AFDE}"/>
              </a:ext>
            </a:extLst>
          </p:cNvPr>
          <p:cNvSpPr>
            <a:spLocks xmlns:a="http://schemas.openxmlformats.org/drawingml/2006/main" noGrp="1"/>
          </p:cNvSpPr>
          <p:nvPr/>
        </p:nvSpPr>
        <p:spPr>
          <a:xfrm xmlns:a="http://schemas.openxmlformats.org/drawingml/2006/main">
            <a:off x="609600" y="507682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68A7A"/>
                </a:solidFill>
                <a:latin typeface="Arial"/>
                <a:ea typeface="Arial"/>
                <a:cs typeface="Arial"/>
              </a:defRPr>
            </a:defPPr>
            <a:lvl1pPr>
              <a:defRPr sz="2100" b="1">
                <a:solidFill>
                  <a:srgbClr val="168A7A"/>
                </a:solidFill>
                <a:latin typeface="Arial"/>
                <a:ea typeface="Arial"/>
                <a:cs typeface="Arial"/>
              </a:defRPr>
            </a:lvl1pPr>
            <a:lvl2pPr>
              <a:defRPr sz="2100" b="1">
                <a:solidFill>
                  <a:srgbClr val="168A7A"/>
                </a:solidFill>
                <a:latin typeface="Arial"/>
                <a:ea typeface="Arial"/>
                <a:cs typeface="Arial"/>
              </a:defRPr>
            </a:lvl2pPr>
            <a:lvl3pPr>
              <a:defRPr sz="2100" b="1">
                <a:solidFill>
                  <a:srgbClr val="168A7A"/>
                </a:solidFill>
                <a:latin typeface="Arial"/>
                <a:ea typeface="Arial"/>
                <a:cs typeface="Arial"/>
              </a:defRPr>
            </a:lvl3pPr>
            <a:lvl4pPr>
              <a:defRPr sz="2100" b="1">
                <a:solidFill>
                  <a:srgbClr val="168A7A"/>
                </a:solidFill>
                <a:latin typeface="Arial"/>
                <a:ea typeface="Arial"/>
                <a:cs typeface="Arial"/>
              </a:defRPr>
            </a:lvl4pPr>
            <a:lvl5pPr>
              <a:defRPr sz="2100" b="1">
                <a:solidFill>
                  <a:srgbClr val="168A7A"/>
                </a:solidFill>
                <a:latin typeface="Arial"/>
                <a:ea typeface="Arial"/>
                <a:cs typeface="Arial"/>
              </a:defRPr>
            </a:lvl5pPr>
            <a:lvl6pPr>
              <a:defRPr sz="2100" b="1">
                <a:solidFill>
                  <a:srgbClr val="168A7A"/>
                </a:solidFill>
                <a:latin typeface="Arial"/>
                <a:ea typeface="Arial"/>
                <a:cs typeface="Arial"/>
              </a:defRPr>
            </a:lvl6pPr>
            <a:lvl7pPr>
              <a:defRPr sz="2100" b="1">
                <a:solidFill>
                  <a:srgbClr val="168A7A"/>
                </a:solidFill>
                <a:latin typeface="Arial"/>
                <a:ea typeface="Arial"/>
                <a:cs typeface="Arial"/>
              </a:defRPr>
            </a:lvl7pPr>
            <a:lvl8pPr>
              <a:defRPr sz="2100" b="1">
                <a:solidFill>
                  <a:srgbClr val="168A7A"/>
                </a:solidFill>
                <a:latin typeface="Arial"/>
                <a:ea typeface="Arial"/>
                <a:cs typeface="Arial"/>
              </a:defRPr>
            </a:lvl8pPr>
            <a:lvl9pPr>
              <a:defRPr sz="2100" b="1">
                <a:solidFill>
                  <a:srgbClr val="168A7A"/>
                </a:solidFill>
                <a:latin typeface="Arial"/>
                <a:ea typeface="Arial"/>
                <a:cs typeface="Arial"/>
              </a:defRPr>
            </a:lvl9pPr>
          </a:lstStyle>
          <a:p xmlns:a="http://schemas.openxmlformats.org/drawingml/2006/main">
            <a:pPr>
              <a:defRPr sz="2100" b="1">
                <a:solidFill>
                  <a:srgbClr val="168A7A"/>
                </a:solidFill>
                <a:latin typeface="Arial"/>
                <a:ea typeface="Arial"/>
                <a:cs typeface="Arial"/>
              </a:defRPr>
            </a:pPr>
            <a:r>
              <a:rPr sz="2100" b="1">
                <a:solidFill>
                  <a:srgbClr val="168A7A"/>
                </a:solidFill>
                <a:latin typeface="Arial"/>
                <a:ea typeface="Arial"/>
                <a:cs typeface="Arial"/>
              </a:rPr>
              <a:t>01</a:t>
            </a:r>
          </a:p>
        </p:txBody>
      </p:sp>
      <p:sp>
        <p:nvSpPr>
          <p:cNvPr id="7" name="step-01-title">
            <a:extLst xmlns:a="http://schemas.openxmlformats.org/drawingml/2006/main">
              <a:ext uri="{FF2B5EF4-FFF2-40B4-BE49-F238E27FC236}">
                <a16:creationId xmlns:a16="http://schemas.microsoft.com/office/drawing/2014/main" id="{43151F72-4AA0-4678-8A8B-577FD0F0E561}"/>
              </a:ext>
            </a:extLst>
          </p:cNvPr>
          <p:cNvSpPr>
            <a:spLocks xmlns:a="http://schemas.openxmlformats.org/drawingml/2006/main" noGrp="1"/>
          </p:cNvSpPr>
          <p:nvPr/>
        </p:nvSpPr>
        <p:spPr>
          <a:xfrm xmlns:a="http://schemas.openxmlformats.org/drawingml/2006/main">
            <a:off x="1095375" y="5057775"/>
            <a:ext cx="266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C43"/>
                </a:solidFill>
                <a:latin typeface="Arial"/>
                <a:ea typeface="Arial"/>
                <a:cs typeface="Arial"/>
              </a:defRPr>
            </a:defPPr>
            <a:lvl1pPr>
              <a:defRPr sz="2175" b="1">
                <a:solidFill>
                  <a:srgbClr val="123C43"/>
                </a:solidFill>
                <a:latin typeface="Arial"/>
                <a:ea typeface="Arial"/>
                <a:cs typeface="Arial"/>
              </a:defRPr>
            </a:lvl1pPr>
            <a:lvl2pPr>
              <a:defRPr sz="2175" b="1">
                <a:solidFill>
                  <a:srgbClr val="123C43"/>
                </a:solidFill>
                <a:latin typeface="Arial"/>
                <a:ea typeface="Arial"/>
                <a:cs typeface="Arial"/>
              </a:defRPr>
            </a:lvl2pPr>
            <a:lvl3pPr>
              <a:defRPr sz="2175" b="1">
                <a:solidFill>
                  <a:srgbClr val="123C43"/>
                </a:solidFill>
                <a:latin typeface="Arial"/>
                <a:ea typeface="Arial"/>
                <a:cs typeface="Arial"/>
              </a:defRPr>
            </a:lvl3pPr>
            <a:lvl4pPr>
              <a:defRPr sz="2175" b="1">
                <a:solidFill>
                  <a:srgbClr val="123C43"/>
                </a:solidFill>
                <a:latin typeface="Arial"/>
                <a:ea typeface="Arial"/>
                <a:cs typeface="Arial"/>
              </a:defRPr>
            </a:lvl4pPr>
            <a:lvl5pPr>
              <a:defRPr sz="2175" b="1">
                <a:solidFill>
                  <a:srgbClr val="123C43"/>
                </a:solidFill>
                <a:latin typeface="Arial"/>
                <a:ea typeface="Arial"/>
                <a:cs typeface="Arial"/>
              </a:defRPr>
            </a:lvl5pPr>
            <a:lvl6pPr>
              <a:defRPr sz="2175" b="1">
                <a:solidFill>
                  <a:srgbClr val="123C43"/>
                </a:solidFill>
                <a:latin typeface="Arial"/>
                <a:ea typeface="Arial"/>
                <a:cs typeface="Arial"/>
              </a:defRPr>
            </a:lvl6pPr>
            <a:lvl7pPr>
              <a:defRPr sz="2175" b="1">
                <a:solidFill>
                  <a:srgbClr val="123C43"/>
                </a:solidFill>
                <a:latin typeface="Arial"/>
                <a:ea typeface="Arial"/>
                <a:cs typeface="Arial"/>
              </a:defRPr>
            </a:lvl7pPr>
            <a:lvl8pPr>
              <a:defRPr sz="2175" b="1">
                <a:solidFill>
                  <a:srgbClr val="123C43"/>
                </a:solidFill>
                <a:latin typeface="Arial"/>
                <a:ea typeface="Arial"/>
                <a:cs typeface="Arial"/>
              </a:defRPr>
            </a:lvl8pPr>
            <a:lvl9pPr>
              <a:defRPr sz="2175" b="1">
                <a:solidFill>
                  <a:srgbClr val="123C43"/>
                </a:solidFill>
                <a:latin typeface="Arial"/>
                <a:ea typeface="Arial"/>
                <a:cs typeface="Arial"/>
              </a:defRPr>
            </a:lvl9pPr>
          </a:lstStyle>
          <a:p xmlns:a="http://schemas.openxmlformats.org/drawingml/2006/main">
            <a:pPr>
              <a:defRPr sz="2175" b="1">
                <a:solidFill>
                  <a:srgbClr val="123C43"/>
                </a:solidFill>
                <a:latin typeface="Arial"/>
                <a:ea typeface="Arial"/>
                <a:cs typeface="Arial"/>
              </a:defRPr>
            </a:pPr>
            <a:r>
              <a:rPr sz="2175" b="1">
                <a:solidFill>
                  <a:srgbClr val="123C43"/>
                </a:solidFill>
                <a:latin typeface="Arial"/>
                <a:ea typeface="Arial"/>
                <a:cs typeface="Arial"/>
              </a:rPr>
              <a:t>Tìm từ khóa</a:t>
            </a:r>
          </a:p>
        </p:txBody>
      </p:sp>
      <p:sp>
        <p:nvSpPr>
          <p:cNvPr id="8" name="step-01-description">
            <a:extLst xmlns:a="http://schemas.openxmlformats.org/drawingml/2006/main">
              <a:ext uri="{FF2B5EF4-FFF2-40B4-BE49-F238E27FC236}">
                <a16:creationId xmlns:a16="http://schemas.microsoft.com/office/drawing/2014/main" id="{472469BD-DAE9-4197-9D24-47A711190ACD}"/>
              </a:ext>
            </a:extLst>
          </p:cNvPr>
          <p:cNvSpPr>
            <a:spLocks xmlns:a="http://schemas.openxmlformats.org/drawingml/2006/main" noGrp="1"/>
          </p:cNvSpPr>
          <p:nvPr/>
        </p:nvSpPr>
        <p:spPr>
          <a:xfrm xmlns:a="http://schemas.openxmlformats.org/drawingml/2006/main">
            <a:off x="1095375" y="550545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36D71"/>
                </a:solidFill>
                <a:latin typeface="Arial"/>
                <a:ea typeface="Arial"/>
                <a:cs typeface="Arial"/>
              </a:defRPr>
            </a:defPPr>
            <a:lvl1pPr>
              <a:defRPr sz="1800" b="0">
                <a:solidFill>
                  <a:srgbClr val="536D71"/>
                </a:solidFill>
                <a:latin typeface="Arial"/>
                <a:ea typeface="Arial"/>
                <a:cs typeface="Arial"/>
              </a:defRPr>
            </a:lvl1pPr>
            <a:lvl2pPr>
              <a:defRPr sz="1800" b="0">
                <a:solidFill>
                  <a:srgbClr val="536D71"/>
                </a:solidFill>
                <a:latin typeface="Arial"/>
                <a:ea typeface="Arial"/>
                <a:cs typeface="Arial"/>
              </a:defRPr>
            </a:lvl2pPr>
            <a:lvl3pPr>
              <a:defRPr sz="1800" b="0">
                <a:solidFill>
                  <a:srgbClr val="536D71"/>
                </a:solidFill>
                <a:latin typeface="Arial"/>
                <a:ea typeface="Arial"/>
                <a:cs typeface="Arial"/>
              </a:defRPr>
            </a:lvl3pPr>
            <a:lvl4pPr>
              <a:defRPr sz="1800" b="0">
                <a:solidFill>
                  <a:srgbClr val="536D71"/>
                </a:solidFill>
                <a:latin typeface="Arial"/>
                <a:ea typeface="Arial"/>
                <a:cs typeface="Arial"/>
              </a:defRPr>
            </a:lvl4pPr>
            <a:lvl5pPr>
              <a:defRPr sz="1800" b="0">
                <a:solidFill>
                  <a:srgbClr val="536D71"/>
                </a:solidFill>
                <a:latin typeface="Arial"/>
                <a:ea typeface="Arial"/>
                <a:cs typeface="Arial"/>
              </a:defRPr>
            </a:lvl5pPr>
            <a:lvl6pPr>
              <a:defRPr sz="1800" b="0">
                <a:solidFill>
                  <a:srgbClr val="536D71"/>
                </a:solidFill>
                <a:latin typeface="Arial"/>
                <a:ea typeface="Arial"/>
                <a:cs typeface="Arial"/>
              </a:defRPr>
            </a:lvl6pPr>
            <a:lvl7pPr>
              <a:defRPr sz="1800" b="0">
                <a:solidFill>
                  <a:srgbClr val="536D71"/>
                </a:solidFill>
                <a:latin typeface="Arial"/>
                <a:ea typeface="Arial"/>
                <a:cs typeface="Arial"/>
              </a:defRPr>
            </a:lvl7pPr>
            <a:lvl8pPr>
              <a:defRPr sz="1800" b="0">
                <a:solidFill>
                  <a:srgbClr val="536D71"/>
                </a:solidFill>
                <a:latin typeface="Arial"/>
                <a:ea typeface="Arial"/>
                <a:cs typeface="Arial"/>
              </a:defRPr>
            </a:lvl8pPr>
            <a:lvl9pPr>
              <a:defRPr sz="1800" b="0">
                <a:solidFill>
                  <a:srgbClr val="536D71"/>
                </a:solidFill>
                <a:latin typeface="Arial"/>
                <a:ea typeface="Arial"/>
                <a:cs typeface="Arial"/>
              </a:defRPr>
            </a:lvl9pPr>
          </a:lstStyle>
          <a:p xmlns:a="http://schemas.openxmlformats.org/drawingml/2006/main">
            <a:pPr>
              <a:defRPr sz="1800" b="0">
                <a:solidFill>
                  <a:srgbClr val="536D71"/>
                </a:solidFill>
                <a:latin typeface="Arial"/>
                <a:ea typeface="Arial"/>
                <a:cs typeface="Arial"/>
              </a:defRPr>
            </a:pPr>
            <a:r>
              <a:rPr sz="1800" b="0">
                <a:solidFill>
                  <a:srgbClr val="536D71"/>
                </a:solidFill>
                <a:latin typeface="Arial"/>
                <a:ea typeface="Arial"/>
                <a:cs typeface="Arial"/>
              </a:rPr>
              <a:t>BM25 lấy kết quả đầu</a:t>
            </a:r>
          </a:p>
        </p:txBody>
      </p:sp>
      <p:sp>
        <p:nvSpPr>
          <p:cNvPr id="9" name="step-02">
            <a:extLst xmlns:a="http://schemas.openxmlformats.org/drawingml/2006/main">
              <a:ext uri="{FF2B5EF4-FFF2-40B4-BE49-F238E27FC236}">
                <a16:creationId xmlns:a16="http://schemas.microsoft.com/office/drawing/2014/main" id="{D25C8DE1-99D6-4FE5-BFC3-5350C733CEDD}"/>
              </a:ext>
            </a:extLst>
          </p:cNvPr>
          <p:cNvSpPr>
            <a:spLocks xmlns:a="http://schemas.openxmlformats.org/drawingml/2006/main" noGrp="1"/>
          </p:cNvSpPr>
          <p:nvPr/>
        </p:nvSpPr>
        <p:spPr>
          <a:xfrm xmlns:a="http://schemas.openxmlformats.org/drawingml/2006/main">
            <a:off x="4381500" y="507682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168A7A"/>
                </a:solidFill>
                <a:latin typeface="Arial"/>
                <a:ea typeface="Arial"/>
                <a:cs typeface="Arial"/>
              </a:defRPr>
            </a:defPPr>
            <a:lvl1pPr>
              <a:defRPr sz="2100" b="1">
                <a:solidFill>
                  <a:srgbClr val="168A7A"/>
                </a:solidFill>
                <a:latin typeface="Arial"/>
                <a:ea typeface="Arial"/>
                <a:cs typeface="Arial"/>
              </a:defRPr>
            </a:lvl1pPr>
            <a:lvl2pPr>
              <a:defRPr sz="2100" b="1">
                <a:solidFill>
                  <a:srgbClr val="168A7A"/>
                </a:solidFill>
                <a:latin typeface="Arial"/>
                <a:ea typeface="Arial"/>
                <a:cs typeface="Arial"/>
              </a:defRPr>
            </a:lvl2pPr>
            <a:lvl3pPr>
              <a:defRPr sz="2100" b="1">
                <a:solidFill>
                  <a:srgbClr val="168A7A"/>
                </a:solidFill>
                <a:latin typeface="Arial"/>
                <a:ea typeface="Arial"/>
                <a:cs typeface="Arial"/>
              </a:defRPr>
            </a:lvl3pPr>
            <a:lvl4pPr>
              <a:defRPr sz="2100" b="1">
                <a:solidFill>
                  <a:srgbClr val="168A7A"/>
                </a:solidFill>
                <a:latin typeface="Arial"/>
                <a:ea typeface="Arial"/>
                <a:cs typeface="Arial"/>
              </a:defRPr>
            </a:lvl4pPr>
            <a:lvl5pPr>
              <a:defRPr sz="2100" b="1">
                <a:solidFill>
                  <a:srgbClr val="168A7A"/>
                </a:solidFill>
                <a:latin typeface="Arial"/>
                <a:ea typeface="Arial"/>
                <a:cs typeface="Arial"/>
              </a:defRPr>
            </a:lvl5pPr>
            <a:lvl6pPr>
              <a:defRPr sz="2100" b="1">
                <a:solidFill>
                  <a:srgbClr val="168A7A"/>
                </a:solidFill>
                <a:latin typeface="Arial"/>
                <a:ea typeface="Arial"/>
                <a:cs typeface="Arial"/>
              </a:defRPr>
            </a:lvl6pPr>
            <a:lvl7pPr>
              <a:defRPr sz="2100" b="1">
                <a:solidFill>
                  <a:srgbClr val="168A7A"/>
                </a:solidFill>
                <a:latin typeface="Arial"/>
                <a:ea typeface="Arial"/>
                <a:cs typeface="Arial"/>
              </a:defRPr>
            </a:lvl7pPr>
            <a:lvl8pPr>
              <a:defRPr sz="2100" b="1">
                <a:solidFill>
                  <a:srgbClr val="168A7A"/>
                </a:solidFill>
                <a:latin typeface="Arial"/>
                <a:ea typeface="Arial"/>
                <a:cs typeface="Arial"/>
              </a:defRPr>
            </a:lvl8pPr>
            <a:lvl9pPr>
              <a:defRPr sz="2100" b="1">
                <a:solidFill>
                  <a:srgbClr val="168A7A"/>
                </a:solidFill>
                <a:latin typeface="Arial"/>
                <a:ea typeface="Arial"/>
                <a:cs typeface="Arial"/>
              </a:defRPr>
            </a:lvl9pPr>
          </a:lstStyle>
          <a:p xmlns:a="http://schemas.openxmlformats.org/drawingml/2006/main">
            <a:pPr>
              <a:defRPr sz="2100" b="1">
                <a:solidFill>
                  <a:srgbClr val="168A7A"/>
                </a:solidFill>
                <a:latin typeface="Arial"/>
                <a:ea typeface="Arial"/>
                <a:cs typeface="Arial"/>
              </a:defRPr>
            </a:pPr>
            <a:r>
              <a:rPr sz="2100" b="1">
                <a:solidFill>
                  <a:srgbClr val="168A7A"/>
                </a:solidFill>
                <a:latin typeface="Arial"/>
                <a:ea typeface="Arial"/>
                <a:cs typeface="Arial"/>
              </a:rPr>
              <a:t>02</a:t>
            </a:r>
          </a:p>
        </p:txBody>
      </p:sp>
      <p:sp>
        <p:nvSpPr>
          <p:cNvPr id="10" name="step-02-title">
            <a:extLst xmlns:a="http://schemas.openxmlformats.org/drawingml/2006/main">
              <a:ext uri="{FF2B5EF4-FFF2-40B4-BE49-F238E27FC236}">
                <a16:creationId xmlns:a16="http://schemas.microsoft.com/office/drawing/2014/main" id="{5FDF3423-5312-48D2-8903-448E803E44BA}"/>
              </a:ext>
            </a:extLst>
          </p:cNvPr>
          <p:cNvSpPr>
            <a:spLocks xmlns:a="http://schemas.openxmlformats.org/drawingml/2006/main" noGrp="1"/>
          </p:cNvSpPr>
          <p:nvPr/>
        </p:nvSpPr>
        <p:spPr>
          <a:xfrm xmlns:a="http://schemas.openxmlformats.org/drawingml/2006/main">
            <a:off x="4867275" y="505777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C43"/>
                </a:solidFill>
                <a:latin typeface="Arial"/>
                <a:ea typeface="Arial"/>
                <a:cs typeface="Arial"/>
              </a:defRPr>
            </a:defPPr>
            <a:lvl1pPr>
              <a:defRPr sz="2175" b="1">
                <a:solidFill>
                  <a:srgbClr val="123C43"/>
                </a:solidFill>
                <a:latin typeface="Arial"/>
                <a:ea typeface="Arial"/>
                <a:cs typeface="Arial"/>
              </a:defRPr>
            </a:lvl1pPr>
            <a:lvl2pPr>
              <a:defRPr sz="2175" b="1">
                <a:solidFill>
                  <a:srgbClr val="123C43"/>
                </a:solidFill>
                <a:latin typeface="Arial"/>
                <a:ea typeface="Arial"/>
                <a:cs typeface="Arial"/>
              </a:defRPr>
            </a:lvl2pPr>
            <a:lvl3pPr>
              <a:defRPr sz="2175" b="1">
                <a:solidFill>
                  <a:srgbClr val="123C43"/>
                </a:solidFill>
                <a:latin typeface="Arial"/>
                <a:ea typeface="Arial"/>
                <a:cs typeface="Arial"/>
              </a:defRPr>
            </a:lvl3pPr>
            <a:lvl4pPr>
              <a:defRPr sz="2175" b="1">
                <a:solidFill>
                  <a:srgbClr val="123C43"/>
                </a:solidFill>
                <a:latin typeface="Arial"/>
                <a:ea typeface="Arial"/>
                <a:cs typeface="Arial"/>
              </a:defRPr>
            </a:lvl4pPr>
            <a:lvl5pPr>
              <a:defRPr sz="2175" b="1">
                <a:solidFill>
                  <a:srgbClr val="123C43"/>
                </a:solidFill>
                <a:latin typeface="Arial"/>
                <a:ea typeface="Arial"/>
                <a:cs typeface="Arial"/>
              </a:defRPr>
            </a:lvl5pPr>
            <a:lvl6pPr>
              <a:defRPr sz="2175" b="1">
                <a:solidFill>
                  <a:srgbClr val="123C43"/>
                </a:solidFill>
                <a:latin typeface="Arial"/>
                <a:ea typeface="Arial"/>
                <a:cs typeface="Arial"/>
              </a:defRPr>
            </a:lvl6pPr>
            <a:lvl7pPr>
              <a:defRPr sz="2175" b="1">
                <a:solidFill>
                  <a:srgbClr val="123C43"/>
                </a:solidFill>
                <a:latin typeface="Arial"/>
                <a:ea typeface="Arial"/>
                <a:cs typeface="Arial"/>
              </a:defRPr>
            </a:lvl7pPr>
            <a:lvl8pPr>
              <a:defRPr sz="2175" b="1">
                <a:solidFill>
                  <a:srgbClr val="123C43"/>
                </a:solidFill>
                <a:latin typeface="Arial"/>
                <a:ea typeface="Arial"/>
                <a:cs typeface="Arial"/>
              </a:defRPr>
            </a:lvl8pPr>
            <a:lvl9pPr>
              <a:defRPr sz="2175" b="1">
                <a:solidFill>
                  <a:srgbClr val="123C43"/>
                </a:solidFill>
                <a:latin typeface="Arial"/>
                <a:ea typeface="Arial"/>
                <a:cs typeface="Arial"/>
              </a:defRPr>
            </a:lvl9pPr>
          </a:lstStyle>
          <a:p xmlns:a="http://schemas.openxmlformats.org/drawingml/2006/main">
            <a:pPr>
              <a:defRPr sz="2175" b="1">
                <a:solidFill>
                  <a:srgbClr val="123C43"/>
                </a:solidFill>
                <a:latin typeface="Arial"/>
                <a:ea typeface="Arial"/>
                <a:cs typeface="Arial"/>
              </a:defRPr>
            </a:pPr>
            <a:r>
              <a:rPr sz="2175" b="1">
                <a:solidFill>
                  <a:srgbClr val="123C43"/>
                </a:solidFill>
                <a:latin typeface="Arial"/>
                <a:ea typeface="Arial"/>
                <a:cs typeface="Arial"/>
              </a:rPr>
              <a:t>ML lựa chọn</a:t>
            </a:r>
          </a:p>
        </p:txBody>
      </p:sp>
      <p:sp>
        <p:nvSpPr>
          <p:cNvPr id="11" name="step-02-description">
            <a:extLst xmlns:a="http://schemas.openxmlformats.org/drawingml/2006/main">
              <a:ext uri="{FF2B5EF4-FFF2-40B4-BE49-F238E27FC236}">
                <a16:creationId xmlns:a16="http://schemas.microsoft.com/office/drawing/2014/main" id="{20DEDA82-24F1-408E-A169-BF0200221449}"/>
              </a:ext>
            </a:extLst>
          </p:cNvPr>
          <p:cNvSpPr>
            <a:spLocks xmlns:a="http://schemas.openxmlformats.org/drawingml/2006/main" noGrp="1"/>
          </p:cNvSpPr>
          <p:nvPr/>
        </p:nvSpPr>
        <p:spPr>
          <a:xfrm xmlns:a="http://schemas.openxmlformats.org/drawingml/2006/main">
            <a:off x="4867275" y="55054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36D71"/>
                </a:solidFill>
                <a:latin typeface="Arial"/>
                <a:ea typeface="Arial"/>
                <a:cs typeface="Arial"/>
              </a:defRPr>
            </a:defPPr>
            <a:lvl1pPr>
              <a:defRPr sz="1800" b="0">
                <a:solidFill>
                  <a:srgbClr val="536D71"/>
                </a:solidFill>
                <a:latin typeface="Arial"/>
                <a:ea typeface="Arial"/>
                <a:cs typeface="Arial"/>
              </a:defRPr>
            </a:lvl1pPr>
            <a:lvl2pPr>
              <a:defRPr sz="1800" b="0">
                <a:solidFill>
                  <a:srgbClr val="536D71"/>
                </a:solidFill>
                <a:latin typeface="Arial"/>
                <a:ea typeface="Arial"/>
                <a:cs typeface="Arial"/>
              </a:defRPr>
            </a:lvl2pPr>
            <a:lvl3pPr>
              <a:defRPr sz="1800" b="0">
                <a:solidFill>
                  <a:srgbClr val="536D71"/>
                </a:solidFill>
                <a:latin typeface="Arial"/>
                <a:ea typeface="Arial"/>
                <a:cs typeface="Arial"/>
              </a:defRPr>
            </a:lvl3pPr>
            <a:lvl4pPr>
              <a:defRPr sz="1800" b="0">
                <a:solidFill>
                  <a:srgbClr val="536D71"/>
                </a:solidFill>
                <a:latin typeface="Arial"/>
                <a:ea typeface="Arial"/>
                <a:cs typeface="Arial"/>
              </a:defRPr>
            </a:lvl4pPr>
            <a:lvl5pPr>
              <a:defRPr sz="1800" b="0">
                <a:solidFill>
                  <a:srgbClr val="536D71"/>
                </a:solidFill>
                <a:latin typeface="Arial"/>
                <a:ea typeface="Arial"/>
                <a:cs typeface="Arial"/>
              </a:defRPr>
            </a:lvl5pPr>
            <a:lvl6pPr>
              <a:defRPr sz="1800" b="0">
                <a:solidFill>
                  <a:srgbClr val="536D71"/>
                </a:solidFill>
                <a:latin typeface="Arial"/>
                <a:ea typeface="Arial"/>
                <a:cs typeface="Arial"/>
              </a:defRPr>
            </a:lvl6pPr>
            <a:lvl7pPr>
              <a:defRPr sz="1800" b="0">
                <a:solidFill>
                  <a:srgbClr val="536D71"/>
                </a:solidFill>
                <a:latin typeface="Arial"/>
                <a:ea typeface="Arial"/>
                <a:cs typeface="Arial"/>
              </a:defRPr>
            </a:lvl7pPr>
            <a:lvl8pPr>
              <a:defRPr sz="1800" b="0">
                <a:solidFill>
                  <a:srgbClr val="536D71"/>
                </a:solidFill>
                <a:latin typeface="Arial"/>
                <a:ea typeface="Arial"/>
                <a:cs typeface="Arial"/>
              </a:defRPr>
            </a:lvl8pPr>
            <a:lvl9pPr>
              <a:defRPr sz="1800" b="0">
                <a:solidFill>
                  <a:srgbClr val="536D71"/>
                </a:solidFill>
                <a:latin typeface="Arial"/>
                <a:ea typeface="Arial"/>
                <a:cs typeface="Arial"/>
              </a:defRPr>
            </a:lvl9pPr>
          </a:lstStyle>
          <a:p xmlns:a="http://schemas.openxmlformats.org/drawingml/2006/main">
            <a:pPr>
              <a:defRPr sz="1800" b="0">
                <a:solidFill>
                  <a:srgbClr val="536D71"/>
                </a:solidFill>
                <a:latin typeface="Arial"/>
                <a:ea typeface="Arial"/>
                <a:cs typeface="Arial"/>
              </a:defRPr>
            </a:pPr>
            <a:r>
              <a:rPr sz="1800" b="0">
                <a:solidFill>
                  <a:srgbClr val="536D71"/>
                </a:solidFill>
                <a:latin typeface="Arial"/>
                <a:ea typeface="Arial"/>
                <a:cs typeface="Arial"/>
              </a:rPr>
              <a:t>Ridge dự đoán lợi ích</a:t>
            </a:r>
          </a:p>
        </p:txBody>
      </p:sp>
      <p:sp>
        <p:nvSpPr>
          <p:cNvPr id="12" name="step-03">
            <a:extLst xmlns:a="http://schemas.openxmlformats.org/drawingml/2006/main">
              <a:ext uri="{FF2B5EF4-FFF2-40B4-BE49-F238E27FC236}">
                <a16:creationId xmlns:a16="http://schemas.microsoft.com/office/drawing/2014/main" id="{52AC791F-349F-4F07-A99A-904F79E59A64}"/>
              </a:ext>
            </a:extLst>
          </p:cNvPr>
          <p:cNvSpPr>
            <a:spLocks xmlns:a="http://schemas.openxmlformats.org/drawingml/2006/main" noGrp="1"/>
          </p:cNvSpPr>
          <p:nvPr/>
        </p:nvSpPr>
        <p:spPr>
          <a:xfrm xmlns:a="http://schemas.openxmlformats.org/drawingml/2006/main">
            <a:off x="8286750" y="507682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1">
                <a:solidFill>
                  <a:srgbClr val="D46E50"/>
                </a:solidFill>
                <a:latin typeface="Arial"/>
                <a:ea typeface="Arial"/>
                <a:cs typeface="Arial"/>
              </a:defRPr>
            </a:defPPr>
            <a:lvl1pPr>
              <a:defRPr sz="2100" b="1">
                <a:solidFill>
                  <a:srgbClr val="D46E50"/>
                </a:solidFill>
                <a:latin typeface="Arial"/>
                <a:ea typeface="Arial"/>
                <a:cs typeface="Arial"/>
              </a:defRPr>
            </a:lvl1pPr>
            <a:lvl2pPr>
              <a:defRPr sz="2100" b="1">
                <a:solidFill>
                  <a:srgbClr val="D46E50"/>
                </a:solidFill>
                <a:latin typeface="Arial"/>
                <a:ea typeface="Arial"/>
                <a:cs typeface="Arial"/>
              </a:defRPr>
            </a:lvl2pPr>
            <a:lvl3pPr>
              <a:defRPr sz="2100" b="1">
                <a:solidFill>
                  <a:srgbClr val="D46E50"/>
                </a:solidFill>
                <a:latin typeface="Arial"/>
                <a:ea typeface="Arial"/>
                <a:cs typeface="Arial"/>
              </a:defRPr>
            </a:lvl3pPr>
            <a:lvl4pPr>
              <a:defRPr sz="2100" b="1">
                <a:solidFill>
                  <a:srgbClr val="D46E50"/>
                </a:solidFill>
                <a:latin typeface="Arial"/>
                <a:ea typeface="Arial"/>
                <a:cs typeface="Arial"/>
              </a:defRPr>
            </a:lvl4pPr>
            <a:lvl5pPr>
              <a:defRPr sz="2100" b="1">
                <a:solidFill>
                  <a:srgbClr val="D46E50"/>
                </a:solidFill>
                <a:latin typeface="Arial"/>
                <a:ea typeface="Arial"/>
                <a:cs typeface="Arial"/>
              </a:defRPr>
            </a:lvl5pPr>
            <a:lvl6pPr>
              <a:defRPr sz="2100" b="1">
                <a:solidFill>
                  <a:srgbClr val="D46E50"/>
                </a:solidFill>
                <a:latin typeface="Arial"/>
                <a:ea typeface="Arial"/>
                <a:cs typeface="Arial"/>
              </a:defRPr>
            </a:lvl6pPr>
            <a:lvl7pPr>
              <a:defRPr sz="2100" b="1">
                <a:solidFill>
                  <a:srgbClr val="D46E50"/>
                </a:solidFill>
                <a:latin typeface="Arial"/>
                <a:ea typeface="Arial"/>
                <a:cs typeface="Arial"/>
              </a:defRPr>
            </a:lvl7pPr>
            <a:lvl8pPr>
              <a:defRPr sz="2100" b="1">
                <a:solidFill>
                  <a:srgbClr val="D46E50"/>
                </a:solidFill>
                <a:latin typeface="Arial"/>
                <a:ea typeface="Arial"/>
                <a:cs typeface="Arial"/>
              </a:defRPr>
            </a:lvl8pPr>
            <a:lvl9pPr>
              <a:defRPr sz="2100" b="1">
                <a:solidFill>
                  <a:srgbClr val="D46E50"/>
                </a:solidFill>
                <a:latin typeface="Arial"/>
                <a:ea typeface="Arial"/>
                <a:cs typeface="Arial"/>
              </a:defRPr>
            </a:lvl9pPr>
          </a:lstStyle>
          <a:p xmlns:a="http://schemas.openxmlformats.org/drawingml/2006/main">
            <a:pPr>
              <a:defRPr sz="2100" b="1">
                <a:solidFill>
                  <a:srgbClr val="D46E50"/>
                </a:solidFill>
                <a:latin typeface="Arial"/>
                <a:ea typeface="Arial"/>
                <a:cs typeface="Arial"/>
              </a:defRPr>
            </a:pPr>
            <a:r>
              <a:rPr sz="2100" b="1">
                <a:solidFill>
                  <a:srgbClr val="D46E50"/>
                </a:solidFill>
                <a:latin typeface="Arial"/>
                <a:ea typeface="Arial"/>
                <a:cs typeface="Arial"/>
              </a:rPr>
              <a:t>03</a:t>
            </a:r>
          </a:p>
        </p:txBody>
      </p:sp>
      <p:sp>
        <p:nvSpPr>
          <p:cNvPr id="13" name="step-03-title">
            <a:extLst xmlns:a="http://schemas.openxmlformats.org/drawingml/2006/main">
              <a:ext uri="{FF2B5EF4-FFF2-40B4-BE49-F238E27FC236}">
                <a16:creationId xmlns:a16="http://schemas.microsoft.com/office/drawing/2014/main" id="{83D98CD9-DC0E-4679-80AD-164A8B8BF07A}"/>
              </a:ext>
            </a:extLst>
          </p:cNvPr>
          <p:cNvSpPr>
            <a:spLocks xmlns:a="http://schemas.openxmlformats.org/drawingml/2006/main" noGrp="1"/>
          </p:cNvSpPr>
          <p:nvPr/>
        </p:nvSpPr>
        <p:spPr>
          <a:xfrm xmlns:a="http://schemas.openxmlformats.org/drawingml/2006/main">
            <a:off x="8772525" y="5057775"/>
            <a:ext cx="2809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123C43"/>
                </a:solidFill>
                <a:latin typeface="Arial"/>
                <a:ea typeface="Arial"/>
                <a:cs typeface="Arial"/>
              </a:defRPr>
            </a:defPPr>
            <a:lvl1pPr>
              <a:defRPr sz="2175" b="1">
                <a:solidFill>
                  <a:srgbClr val="123C43"/>
                </a:solidFill>
                <a:latin typeface="Arial"/>
                <a:ea typeface="Arial"/>
                <a:cs typeface="Arial"/>
              </a:defRPr>
            </a:lvl1pPr>
            <a:lvl2pPr>
              <a:defRPr sz="2175" b="1">
                <a:solidFill>
                  <a:srgbClr val="123C43"/>
                </a:solidFill>
                <a:latin typeface="Arial"/>
                <a:ea typeface="Arial"/>
                <a:cs typeface="Arial"/>
              </a:defRPr>
            </a:lvl2pPr>
            <a:lvl3pPr>
              <a:defRPr sz="2175" b="1">
                <a:solidFill>
                  <a:srgbClr val="123C43"/>
                </a:solidFill>
                <a:latin typeface="Arial"/>
                <a:ea typeface="Arial"/>
                <a:cs typeface="Arial"/>
              </a:defRPr>
            </a:lvl3pPr>
            <a:lvl4pPr>
              <a:defRPr sz="2175" b="1">
                <a:solidFill>
                  <a:srgbClr val="123C43"/>
                </a:solidFill>
                <a:latin typeface="Arial"/>
                <a:ea typeface="Arial"/>
                <a:cs typeface="Arial"/>
              </a:defRPr>
            </a:lvl4pPr>
            <a:lvl5pPr>
              <a:defRPr sz="2175" b="1">
                <a:solidFill>
                  <a:srgbClr val="123C43"/>
                </a:solidFill>
                <a:latin typeface="Arial"/>
                <a:ea typeface="Arial"/>
                <a:cs typeface="Arial"/>
              </a:defRPr>
            </a:lvl5pPr>
            <a:lvl6pPr>
              <a:defRPr sz="2175" b="1">
                <a:solidFill>
                  <a:srgbClr val="123C43"/>
                </a:solidFill>
                <a:latin typeface="Arial"/>
                <a:ea typeface="Arial"/>
                <a:cs typeface="Arial"/>
              </a:defRPr>
            </a:lvl6pPr>
            <a:lvl7pPr>
              <a:defRPr sz="2175" b="1">
                <a:solidFill>
                  <a:srgbClr val="123C43"/>
                </a:solidFill>
                <a:latin typeface="Arial"/>
                <a:ea typeface="Arial"/>
                <a:cs typeface="Arial"/>
              </a:defRPr>
            </a:lvl7pPr>
            <a:lvl8pPr>
              <a:defRPr sz="2175" b="1">
                <a:solidFill>
                  <a:srgbClr val="123C43"/>
                </a:solidFill>
                <a:latin typeface="Arial"/>
                <a:ea typeface="Arial"/>
                <a:cs typeface="Arial"/>
              </a:defRPr>
            </a:lvl8pPr>
            <a:lvl9pPr>
              <a:defRPr sz="2175" b="1">
                <a:solidFill>
                  <a:srgbClr val="123C43"/>
                </a:solidFill>
                <a:latin typeface="Arial"/>
                <a:ea typeface="Arial"/>
                <a:cs typeface="Arial"/>
              </a:defRPr>
            </a:lvl9pPr>
          </a:lstStyle>
          <a:p xmlns:a="http://schemas.openxmlformats.org/drawingml/2006/main">
            <a:pPr>
              <a:defRPr sz="2175" b="1">
                <a:solidFill>
                  <a:srgbClr val="123C43"/>
                </a:solidFill>
                <a:latin typeface="Arial"/>
                <a:ea typeface="Arial"/>
                <a:cs typeface="Arial"/>
              </a:defRPr>
            </a:pPr>
            <a:r>
              <a:rPr sz="2175" b="1">
                <a:solidFill>
                  <a:srgbClr val="123C43"/>
                </a:solidFill>
                <a:latin typeface="Arial"/>
                <a:ea typeface="Arial"/>
                <a:cs typeface="Arial"/>
              </a:rPr>
              <a:t>Ngữ nghĩa khi cần</a:t>
            </a:r>
          </a:p>
        </p:txBody>
      </p:sp>
      <p:sp>
        <p:nvSpPr>
          <p:cNvPr id="14" name="step-03-description">
            <a:extLst xmlns:a="http://schemas.openxmlformats.org/drawingml/2006/main">
              <a:ext uri="{FF2B5EF4-FFF2-40B4-BE49-F238E27FC236}">
                <a16:creationId xmlns:a16="http://schemas.microsoft.com/office/drawing/2014/main" id="{3926CF34-CCFE-473F-A52E-00634E825364}"/>
              </a:ext>
            </a:extLst>
          </p:cNvPr>
          <p:cNvSpPr>
            <a:spLocks xmlns:a="http://schemas.openxmlformats.org/drawingml/2006/main" noGrp="1"/>
          </p:cNvSpPr>
          <p:nvPr/>
        </p:nvSpPr>
        <p:spPr>
          <a:xfrm xmlns:a="http://schemas.openxmlformats.org/drawingml/2006/main">
            <a:off x="8772525" y="5505450"/>
            <a:ext cx="2809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00" b="0">
                <a:solidFill>
                  <a:srgbClr val="536D71"/>
                </a:solidFill>
                <a:latin typeface="Arial"/>
                <a:ea typeface="Arial"/>
                <a:cs typeface="Arial"/>
              </a:defRPr>
            </a:defPPr>
            <a:lvl1pPr>
              <a:defRPr sz="1800" b="0">
                <a:solidFill>
                  <a:srgbClr val="536D71"/>
                </a:solidFill>
                <a:latin typeface="Arial"/>
                <a:ea typeface="Arial"/>
                <a:cs typeface="Arial"/>
              </a:defRPr>
            </a:lvl1pPr>
            <a:lvl2pPr>
              <a:defRPr sz="1800" b="0">
                <a:solidFill>
                  <a:srgbClr val="536D71"/>
                </a:solidFill>
                <a:latin typeface="Arial"/>
                <a:ea typeface="Arial"/>
                <a:cs typeface="Arial"/>
              </a:defRPr>
            </a:lvl2pPr>
            <a:lvl3pPr>
              <a:defRPr sz="1800" b="0">
                <a:solidFill>
                  <a:srgbClr val="536D71"/>
                </a:solidFill>
                <a:latin typeface="Arial"/>
                <a:ea typeface="Arial"/>
                <a:cs typeface="Arial"/>
              </a:defRPr>
            </a:lvl3pPr>
            <a:lvl4pPr>
              <a:defRPr sz="1800" b="0">
                <a:solidFill>
                  <a:srgbClr val="536D71"/>
                </a:solidFill>
                <a:latin typeface="Arial"/>
                <a:ea typeface="Arial"/>
                <a:cs typeface="Arial"/>
              </a:defRPr>
            </a:lvl4pPr>
            <a:lvl5pPr>
              <a:defRPr sz="1800" b="0">
                <a:solidFill>
                  <a:srgbClr val="536D71"/>
                </a:solidFill>
                <a:latin typeface="Arial"/>
                <a:ea typeface="Arial"/>
                <a:cs typeface="Arial"/>
              </a:defRPr>
            </a:lvl5pPr>
            <a:lvl6pPr>
              <a:defRPr sz="1800" b="0">
                <a:solidFill>
                  <a:srgbClr val="536D71"/>
                </a:solidFill>
                <a:latin typeface="Arial"/>
                <a:ea typeface="Arial"/>
                <a:cs typeface="Arial"/>
              </a:defRPr>
            </a:lvl6pPr>
            <a:lvl7pPr>
              <a:defRPr sz="1800" b="0">
                <a:solidFill>
                  <a:srgbClr val="536D71"/>
                </a:solidFill>
                <a:latin typeface="Arial"/>
                <a:ea typeface="Arial"/>
                <a:cs typeface="Arial"/>
              </a:defRPr>
            </a:lvl7pPr>
            <a:lvl8pPr>
              <a:defRPr sz="1800" b="0">
                <a:solidFill>
                  <a:srgbClr val="536D71"/>
                </a:solidFill>
                <a:latin typeface="Arial"/>
                <a:ea typeface="Arial"/>
                <a:cs typeface="Arial"/>
              </a:defRPr>
            </a:lvl8pPr>
            <a:lvl9pPr>
              <a:defRPr sz="1800" b="0">
                <a:solidFill>
                  <a:srgbClr val="536D71"/>
                </a:solidFill>
                <a:latin typeface="Arial"/>
                <a:ea typeface="Arial"/>
                <a:cs typeface="Arial"/>
              </a:defRPr>
            </a:lvl9pPr>
          </a:lstStyle>
          <a:p xmlns:a="http://schemas.openxmlformats.org/drawingml/2006/main">
            <a:pPr>
              <a:defRPr sz="1800" b="0">
                <a:solidFill>
                  <a:srgbClr val="536D71"/>
                </a:solidFill>
                <a:latin typeface="Arial"/>
                <a:ea typeface="Arial"/>
                <a:cs typeface="Arial"/>
              </a:defRPr>
            </a:pPr>
            <a:r>
              <a:rPr sz="1800" b="0">
                <a:solidFill>
                  <a:srgbClr val="536D71"/>
                </a:solidFill>
                <a:latin typeface="Arial"/>
                <a:ea typeface="Arial"/>
                <a:cs typeface="Arial"/>
              </a:rPr>
              <a:t>Tìm thêm rồi gộp kết quả</a:t>
            </a:r>
          </a:p>
        </p:txBody>
      </p:sp>
      <p:sp>
        <p:nvSpPr>
          <p:cNvPr id="15" name="research-objective">
            <a:extLst xmlns:a="http://schemas.openxmlformats.org/drawingml/2006/main">
              <a:ext uri="{FF2B5EF4-FFF2-40B4-BE49-F238E27FC236}">
                <a16:creationId xmlns:a16="http://schemas.microsoft.com/office/drawing/2014/main" id="{91051D72-851F-427B-921A-A5BBB3A7F458}"/>
              </a:ext>
            </a:extLst>
          </p:cNvPr>
          <p:cNvSpPr>
            <a:spLocks xmlns:a="http://schemas.openxmlformats.org/drawingml/2006/main" noGrp="1"/>
          </p:cNvSpPr>
          <p:nvPr/>
        </p:nvSpPr>
        <p:spPr>
          <a:xfrm xmlns:a="http://schemas.openxmlformats.org/drawingml/2006/main">
            <a:off x="609600" y="63436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168A7A"/>
                </a:solidFill>
                <a:latin typeface="Arial"/>
                <a:ea typeface="Arial"/>
                <a:cs typeface="Arial"/>
              </a:defRPr>
            </a:defPPr>
            <a:lvl1pPr>
              <a:defRPr sz="1875" b="0">
                <a:solidFill>
                  <a:srgbClr val="168A7A"/>
                </a:solidFill>
                <a:latin typeface="Arial"/>
                <a:ea typeface="Arial"/>
                <a:cs typeface="Arial"/>
              </a:defRPr>
            </a:lvl1pPr>
            <a:lvl2pPr>
              <a:defRPr sz="1875" b="0">
                <a:solidFill>
                  <a:srgbClr val="168A7A"/>
                </a:solidFill>
                <a:latin typeface="Arial"/>
                <a:ea typeface="Arial"/>
                <a:cs typeface="Arial"/>
              </a:defRPr>
            </a:lvl2pPr>
            <a:lvl3pPr>
              <a:defRPr sz="1875" b="0">
                <a:solidFill>
                  <a:srgbClr val="168A7A"/>
                </a:solidFill>
                <a:latin typeface="Arial"/>
                <a:ea typeface="Arial"/>
                <a:cs typeface="Arial"/>
              </a:defRPr>
            </a:lvl3pPr>
            <a:lvl4pPr>
              <a:defRPr sz="1875" b="0">
                <a:solidFill>
                  <a:srgbClr val="168A7A"/>
                </a:solidFill>
                <a:latin typeface="Arial"/>
                <a:ea typeface="Arial"/>
                <a:cs typeface="Arial"/>
              </a:defRPr>
            </a:lvl4pPr>
            <a:lvl5pPr>
              <a:defRPr sz="1875" b="0">
                <a:solidFill>
                  <a:srgbClr val="168A7A"/>
                </a:solidFill>
                <a:latin typeface="Arial"/>
                <a:ea typeface="Arial"/>
                <a:cs typeface="Arial"/>
              </a:defRPr>
            </a:lvl5pPr>
            <a:lvl6pPr>
              <a:defRPr sz="1875" b="0">
                <a:solidFill>
                  <a:srgbClr val="168A7A"/>
                </a:solidFill>
                <a:latin typeface="Arial"/>
                <a:ea typeface="Arial"/>
                <a:cs typeface="Arial"/>
              </a:defRPr>
            </a:lvl6pPr>
            <a:lvl7pPr>
              <a:defRPr sz="1875" b="0">
                <a:solidFill>
                  <a:srgbClr val="168A7A"/>
                </a:solidFill>
                <a:latin typeface="Arial"/>
                <a:ea typeface="Arial"/>
                <a:cs typeface="Arial"/>
              </a:defRPr>
            </a:lvl7pPr>
            <a:lvl8pPr>
              <a:defRPr sz="1875" b="0">
                <a:solidFill>
                  <a:srgbClr val="168A7A"/>
                </a:solidFill>
                <a:latin typeface="Arial"/>
                <a:ea typeface="Arial"/>
                <a:cs typeface="Arial"/>
              </a:defRPr>
            </a:lvl8pPr>
            <a:lvl9pPr>
              <a:defRPr sz="1875" b="0">
                <a:solidFill>
                  <a:srgbClr val="168A7A"/>
                </a:solidFill>
                <a:latin typeface="Arial"/>
                <a:ea typeface="Arial"/>
                <a:cs typeface="Arial"/>
              </a:defRPr>
            </a:lvl9pPr>
          </a:lstStyle>
          <a:p xmlns:a="http://schemas.openxmlformats.org/drawingml/2006/main">
            <a:pPr>
              <a:defRPr sz="1875" b="0">
                <a:solidFill>
                  <a:srgbClr val="168A7A"/>
                </a:solidFill>
                <a:latin typeface="Arial"/>
                <a:ea typeface="Arial"/>
                <a:cs typeface="Arial"/>
              </a:defRPr>
            </a:pPr>
            <a:r>
              <a:rPr sz="1875" b="0">
                <a:solidFill>
                  <a:srgbClr val="168A7A"/>
                </a:solidFill>
                <a:latin typeface="Arial"/>
                <a:ea typeface="Arial"/>
                <a:cs typeface="Arial"/>
              </a:rPr>
              <a:t>Mục tiêu: giảm thời gian xử lý, giữ kết quả phù hợp.</a:t>
            </a:r>
          </a:p>
        </p:txBody>
      </p:sp>
    </p:spTree>
    <p:extLst>
      <p:ext uri="{BB962C8B-B14F-4D97-AF65-F5344CB8AC3E}">
        <p14:creationId xmlns:p14="http://schemas.microsoft.com/office/powerpoint/2010/main" val="19234661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2026-10-24T05:26:30.2490000Z</dcterms:created>
  <dcterms:modified xsi:type="dcterms:W3CDTF">2026-10-24T05:26:30.2490000Z</dcterms:modified>
</coreProperties>
</file>